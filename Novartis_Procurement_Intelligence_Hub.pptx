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Novartis Procurement Intelligence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828800" cy="9144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User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Upload Bid PDF</a:t>
            </a:r>
            <a:br/>
            <a:r>
              <a:t>+ Supplier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286000" cy="9144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Orchestrator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Coordinates</a:t>
            </a:r>
            <a:br/>
            <a:r>
              <a:t>All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Technical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Analysis</a:t>
            </a:r>
            <a:br/>
            <a:r>
              <a:t>SOP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Risk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Financial/ESG</a:t>
            </a:r>
            <a:br/>
            <a:r>
              <a:t>Red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Financial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Should-Cost</a:t>
            </a:r>
            <a:br/>
            <a: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Gemini RAG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Mock Risk DB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Supplier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Commodity</a:t>
            </a:r>
            <a:br/>
            <a:r>
              <a:t>Prices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Fixed Constants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SOP</a:t>
            </a:r>
            <a:br/>
            <a:r>
              <a:t>Parameters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Compliance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943600"/>
            <a:ext cx="22860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Score Aggregation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40% Tech + 30% Risk</a:t>
            </a:r>
            <a:br/>
            <a:r>
              <a:t>+ 30% Financial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Executive</a:t>
            </a:r>
            <a:br/>
            <a:r>
              <a:t>Summary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Natural Language</a:t>
            </a:r>
            <a:br/>
            <a:r>
              <a:t>Recommendation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Final</a:t>
            </a:r>
            <a:br/>
            <a:r>
              <a:t>Recommendation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APPROVE/REJECT</a:t>
            </a:r>
            <a:br/>
            <a:r>
              <a:t>+ Next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846320"/>
            <a:ext cx="32004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Compliance Log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GxP Audit Trail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2103120"/>
            <a:ext cx="914400" cy="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463040" y="2560320"/>
            <a:ext cx="288036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31920" y="2560320"/>
            <a:ext cx="41148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43400" y="2560320"/>
            <a:ext cx="205740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97280" y="4297680"/>
            <a:ext cx="914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26080" y="4297680"/>
            <a:ext cx="10058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54880" y="4297680"/>
            <a:ext cx="164592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4297680"/>
            <a:ext cx="51206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63040" y="4297680"/>
            <a:ext cx="2194560" cy="164592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31920" y="4297680"/>
            <a:ext cx="411480" cy="164592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029200" y="4297680"/>
            <a:ext cx="1371600" cy="164592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0" y="2194560"/>
            <a:ext cx="2560320" cy="411480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486400" y="3749039"/>
            <a:ext cx="2560320" cy="256032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86400" y="5212080"/>
            <a:ext cx="2560320" cy="10972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286000" y="2103120"/>
            <a:ext cx="5760720" cy="914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217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CBD5E1"/>
                </a:solidFill>
              </a:defRPr>
            </a:pPr>
            <a:r>
              <a:t>⚡ Processing Time: ~10-15 seconds  |  🔒 GxP Compliant  |  📊 Weighted Scoring: 40/30/30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